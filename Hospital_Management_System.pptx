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32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54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 •  SQL Server  •  Repository Pattern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600" dirty="0">
              <a:solidFill>
                <a:schemeClr val="tx2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architecture REST API — Patients  •  Doctors  •  Appointments  •  Reports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977640"/>
            <a:ext cx="1600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39776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94560" y="3977640"/>
            <a:ext cx="1600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194560" y="39776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31920" y="3977640"/>
            <a:ext cx="1600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931920" y="39776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977640"/>
            <a:ext cx="1600200" cy="34747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69280" y="39776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06640" y="3977640"/>
            <a:ext cx="1600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406640" y="39776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000" dirty="0"/>
          </a:p>
        </p:txBody>
      </p:sp>
      <p:pic>
        <p:nvPicPr>
          <p:cNvPr id="20" name="Graphic 19" descr="Badge Follow with solid fill">
            <a:extLst>
              <a:ext uri="{FF2B5EF4-FFF2-40B4-BE49-F238E27FC236}">
                <a16:creationId xmlns:a16="http://schemas.microsoft.com/office/drawing/2014/main" id="{D9017682-B502-AF5F-6124-0F416B9D7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1828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fully-functional Hospital Management REST API built with ASP.NET Core 8, following clean layered architecture — Controllers → Services → Repositories → SQL Server.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933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993392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13816" y="1691640"/>
            <a:ext cx="914400" cy="9144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8288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74320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50592" y="1417320"/>
            <a:ext cx="19933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450592" y="1417320"/>
            <a:ext cx="199339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990088" y="1691640"/>
            <a:ext cx="914400" cy="9144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8288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96312" y="274320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26864" y="1417320"/>
            <a:ext cx="19933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626864" y="1417320"/>
            <a:ext cx="199339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66360" y="1691640"/>
            <a:ext cx="914400" cy="9144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8288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72584" y="274320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03136" y="1417320"/>
            <a:ext cx="19933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803136" y="1417320"/>
            <a:ext cx="1993392" cy="1371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342632" y="1691640"/>
            <a:ext cx="914400" cy="91440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82880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48856" y="274320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Stack:  ASP.NET Core 8  •  C#  •  ADO.NET  •  SQL Server  •  Stored Procedures  •  Swagger  •  Repository Pattern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8046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286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923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271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entry — PatientController, DoctorController, AppointmentController, ReportController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709928"/>
            <a:ext cx="109728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8046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22860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929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27685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PatientServices, DoctorServices, AppointmentServices, ReportServices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2715768"/>
            <a:ext cx="109728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8595360" cy="8046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22860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935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2826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— Raw SQL / Stored Procedures via ADO.NET DatabaseHelper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3721608"/>
            <a:ext cx="109728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228600" cy="80467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9410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288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— Patients, Doctors, Appointments tables + Stored Procedures + Seed Data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— SQL Server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777240"/>
            <a:ext cx="201168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4160520" cy="1645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PatientCode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Auto: starts 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Soft-delete 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709160" y="777240"/>
            <a:ext cx="20116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983480" y="777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4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416052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DoctorCode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Auto: starts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DECIMAL(10,2)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&gt;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274320" y="2834640"/>
            <a:ext cx="20116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/>
          <p:nvPr/>
        </p:nvSpPr>
        <p:spPr>
          <a:xfrm>
            <a:off x="54864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4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36392"/>
          <a:ext cx="8595360" cy="1645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AppointmentId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PatientCode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Patients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DoctorCode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Doctors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/ Completed / 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on cancellation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5196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01752" y="80467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 /api/Patient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10642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" y="1152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6120" y="1152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patients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1472184"/>
            <a:ext cx="42519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536192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153619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3272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/api/Patient/{code}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1517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by code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83794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1901952"/>
            <a:ext cx="713232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190195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" y="1883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18836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patient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203704"/>
            <a:ext cx="42519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2267712"/>
            <a:ext cx="713232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2267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33272" y="2249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/api/Patient/{code}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2249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patient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56946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713232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33272" y="2615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/Deactivate/{code}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46120" y="26151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90872" y="804672"/>
            <a:ext cx="425196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64024" y="80467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 /api/Doctor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90872" y="110642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36592" y="1170432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36592" y="11704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95544" y="1152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08392" y="1152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doctors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90872" y="1472184"/>
            <a:ext cx="425196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36592" y="1536192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36592" y="153619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95544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/api/Doctor/specialization/{s}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08392" y="1517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spec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90872" y="183794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36592" y="1901952"/>
            <a:ext cx="713232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36592" y="190195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95544" y="1883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/api/Doctor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08392" y="18836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doctor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" y="2944368"/>
            <a:ext cx="425196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01752" y="294436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  /api/Appointment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28600" y="3246120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74320" y="3310128"/>
            <a:ext cx="713232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74320" y="33101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33272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/api/Appointment/book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4612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28600" y="3611880"/>
            <a:ext cx="425196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74320" y="3675888"/>
            <a:ext cx="713232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74320" y="36758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33272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/api/Appointment/cancel/{id}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24612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3977640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74320" y="4041648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74320" y="40416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33272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/api/Appointment/upcoming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24612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28600" y="4343400"/>
            <a:ext cx="425196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74320" y="4407408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74320" y="4407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33272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/api/Appointment/doctor/{code}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246120" y="4389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doctor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90872" y="2944368"/>
            <a:ext cx="4251960" cy="30175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764024" y="294436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  /api/Report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690872" y="3246120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736592" y="3310128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736592" y="33101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95544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/api/Report/appointments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708392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690872" y="3611880"/>
            <a:ext cx="4251960" cy="347472"/>
          </a:xfrm>
          <a:prstGeom prst="rect">
            <a:avLst/>
          </a:prstGeom>
          <a:solidFill>
            <a:srgbClr val="FCE7F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736592" y="3675888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736592" y="36758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95544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/api/Report/revenue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708392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spec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90872" y="3977640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736592" y="4041648"/>
            <a:ext cx="7132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4736592" y="40416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495544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/api/Report/busy-doctors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708392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doctors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controller inherits ControllerBase, uses [ApiController] + [Route], and injects a Service via constructor DI.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74320" y="1261872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41605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65760" y="126187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PatientController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627632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/api/Patient — GetAllPatients()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/api/Patient/{code} — GetPatientById()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/api/Patient — AddPatient(dto)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/api/Patient/{code} — UpdatePatient()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/Deactivate/{code} — DeactivatePatient()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261872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09160" y="1261872"/>
            <a:ext cx="41605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800600" y="126187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DoctorController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18888" y="1627632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/api/Doctor — GetDoctors()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/api/Doctor/specialization/{s}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/api/Doctor — AddDoctor(dto)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30175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74320" y="3017520"/>
            <a:ext cx="41605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65760" y="301752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AppointmentController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38328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 — BookAppointment(dto)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/cancel/{id} — CancelAppointment()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/upcoming — GetUpcoming()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/doctor/{code} — GetDoctorAppointments()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30175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709160" y="3017520"/>
            <a:ext cx="4160520" cy="3200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800600" y="301752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ReportController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18888" y="338328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/appointments — GetAppointmentReport()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/revenue — GetRevenueBySpecialization()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/busy-doctors — GetDoctorsWithMore2()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Repositories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16052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IPatientService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AddPatientAsync, GetAllPatientsAsync,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GetPatientByIdAsync, UpdatePatientAsync, DeactivatePatientAsync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2121408"/>
            <a:ext cx="416052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1671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IDoctorService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5786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AddDoctorAsync, GetDoctorsAsync,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GetDoctorsBySpecializationAsync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3054096"/>
            <a:ext cx="416052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30998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3284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IAppointmentService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5112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BookAppointmentAsync, CancelAppointmentAsync,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GetUpcomingAppointmentsAsync, GetDoctorAppointmentsAsync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986784"/>
            <a:ext cx="416052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4032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2611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IReportService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4439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GetAppointmentReportAsync,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GetRevenueBySpecializationAsync,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GetDoctorsWithMoreThan2AppointmentsAsync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804672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8046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Layer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416052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PatientRepository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4630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IPatientRepository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645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soft-delete via SQL stored procedures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121408"/>
            <a:ext cx="416052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21671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DoctorRepository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3957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IDoctorRepository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5786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sp_AddDoctor, sp_GetDoctors, sp_GetBySpecialization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054096"/>
            <a:ext cx="416052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0" y="30998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AppointmentRepository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3284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IAppointmentRepository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5112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sp_BookAppointment, sp_CancelAppointment, sp_GetUpcoming, sp_GetByDoctor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986784"/>
            <a:ext cx="416052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46320" y="4032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ReportRepository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42611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IReportRepository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44439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SPs — appointment stats, revenue, busy doctors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822960"/>
            <a:ext cx="155448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65760" y="822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920240" y="1051560"/>
            <a:ext cx="13716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057400" y="822960"/>
            <a:ext cx="1554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057400" y="822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RequestLogging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11880" y="1051560"/>
            <a:ext cx="13716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749040" y="822960"/>
            <a:ext cx="1554480" cy="5486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749040" y="822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03520" y="1051560"/>
            <a:ext cx="13716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440680" y="822960"/>
            <a:ext cx="155448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40680" y="822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Service→Repo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95160" y="1051560"/>
            <a:ext cx="13716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132320" y="822960"/>
            <a:ext cx="15544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132320" y="822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1508760"/>
            <a:ext cx="4297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74320" y="1508760"/>
            <a:ext cx="4297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6576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RequestLoggingMiddleware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1856232"/>
            <a:ext cx="4297680" cy="308152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11480" y="19202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incoming HTTP request to the pipeline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response time using System.Diagnostics.Stopwatch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HTTP Method, Path, StatusCode &amp; ElapsedMs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ASP.NET Core's built-in ILogger&lt;T&gt;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await _next(context) in try/finally block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846320" y="1508760"/>
            <a:ext cx="4297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846320" y="1508760"/>
            <a:ext cx="4297680" cy="34747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93776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ExceptionMiddleware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846320" y="1856232"/>
            <a:ext cx="4297680" cy="3081528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983480" y="19202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unhandled exception catcher for the whole app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SqlException → HTTP 400 Bad Request with SQL message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Exception → HTTP 500 with safe generic message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clean JSON: { Message: '...' } to client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raw stack traces from leaking to the user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160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38328" y="124358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216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sp_AddPatient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563624"/>
            <a:ext cx="4160520" cy="3931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8328" y="165506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1627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sp_GetAllPatients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97510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38328" y="206654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0391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sp_GetPatientByCode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386584"/>
            <a:ext cx="4160520" cy="3931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38328" y="247802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24505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sp_UpdatePatient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79806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8328" y="28895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28620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sp_DeactivatePatient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822960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82296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15214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18888" y="12435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74920" y="1216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sp_AddDoctor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563624"/>
            <a:ext cx="4160520" cy="393192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18888" y="16550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74920" y="1627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sp_GetAllDoctors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197510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18888" y="20665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74920" y="20391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sp_GetDoctorsBySpecialization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2834640"/>
            <a:ext cx="4160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83464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SPs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" y="316382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38328" y="325526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94360" y="3227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sp_BookAppointment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" y="3575304"/>
            <a:ext cx="4160520" cy="393192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38328" y="366674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94360" y="36393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sp_CancelAppointment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28600" y="398678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38328" y="407822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94360" y="40507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sp_GetUpcomingAppointments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8600" y="4398264"/>
            <a:ext cx="4160520" cy="393192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38328" y="448970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94360" y="44622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sp_GetDoctorAppointments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9160" y="2834640"/>
            <a:ext cx="4160520" cy="32918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00600" y="283464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SPs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316382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818888" y="3255264"/>
            <a:ext cx="201168" cy="20116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074920" y="3227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sp_GetAppointmentReport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09160" y="3575304"/>
            <a:ext cx="4160520" cy="393192"/>
          </a:xfrm>
          <a:prstGeom prst="rect">
            <a:avLst/>
          </a:prstGeom>
          <a:solidFill>
            <a:srgbClr val="FCE7F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818888" y="3666744"/>
            <a:ext cx="201168" cy="20116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74920" y="36393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sp_GetRevenueBySpecialization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09160" y="3986784"/>
            <a:ext cx="4160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818888" y="4078224"/>
            <a:ext cx="201168" cy="20116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074920" y="40507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sp_GetDoctorsWithMoreThan2Appointments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DTOs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separate the internal domain model from the API contract. Each entity has dedicated Create / Update / Response DTOs.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416052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682496"/>
            <a:ext cx="395935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Patient.cs — Full domain entity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CreatePatientDto — Name, DOB, Gender, Phone, Email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UpdatePatientDto — Name, Phone, Email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PatientResponseDto — Read-only API view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1605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29844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Models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618488"/>
            <a:ext cx="4160520" cy="12801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18888" y="1682496"/>
            <a:ext cx="395935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Doctor.cs — Full domain entity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CreateDoctorDto — Name, Specialization, Phone, Fee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DoctorResponseDto — Read-only API 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41605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09067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Models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10712"/>
            <a:ext cx="4160520" cy="128016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395935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Appointment.cs — Full domain entity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BookAppointmentDto — PatientCode, DoctorCode, Date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CancelAppointmentDto — AppointmentId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AppointReportDto, DoctorAppointmentStatsDto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090672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3090672"/>
            <a:ext cx="4160520" cy="3200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309067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Common/Report Models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410712"/>
            <a:ext cx="4160520" cy="1280160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18888" y="3474720"/>
            <a:ext cx="395935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PersonBase.cs — Shared base (FullName, Phone)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RevenueBySpecializationDto — Analytics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DoctorAppointmentStatsDto — Busy doctor stats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Design Patterns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8163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2336" y="1024128"/>
            <a:ext cx="594360" cy="5943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155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78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access behind interfaces — swap DB without touching business logic.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36976" y="822960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36976" y="822960"/>
            <a:ext cx="281635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383280" y="1024128"/>
            <a:ext cx="594360" cy="5943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11556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41648" y="1078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46704" y="169164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repos registered via AddScoped&lt;&gt; in Program.cs for loose coupling.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822960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217920" y="822960"/>
            <a:ext cx="2816352" cy="1097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364224" y="1024128"/>
            <a:ext cx="594360" cy="59436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11556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22592" y="1078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Handling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27648" y="169164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ExceptionMiddleware: SqlException→400, generic Exception→500, JSON response.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56032" y="2926080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256032" y="2926080"/>
            <a:ext cx="2816352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02336" y="3127248"/>
            <a:ext cx="594360" cy="59436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21868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60704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Logging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65760" y="379476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HTTP request logged with method, path, status code, and response time.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36976" y="2926080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3236976" y="2926080"/>
            <a:ext cx="28163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383280" y="3127248"/>
            <a:ext cx="594360" cy="5943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18688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41648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346704" y="379476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DB ops via SQL Server SPs — better performance, security, maintainability.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17920" y="2926080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6217920" y="2926080"/>
            <a:ext cx="2816352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364224" y="3127248"/>
            <a:ext cx="594360" cy="5943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218688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22592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Design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327648" y="379476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HTTP verbs, standard status codes (201, 204, 400, 500), clean routes.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ASP.NET Core Web API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00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 •  Services  •  Repositories  •  Middleware  •  SQL Server  •  Stored Procedures</a:t>
            </a:r>
            <a:endParaRPr lang="en-US" sz="1100" dirty="0"/>
          </a:p>
        </p:txBody>
      </p:sp>
      <p:pic>
        <p:nvPicPr>
          <p:cNvPr id="8" name="Graphic 7" descr="Badge Follow with solid fill">
            <a:extLst>
              <a:ext uri="{FF2B5EF4-FFF2-40B4-BE49-F238E27FC236}">
                <a16:creationId xmlns:a16="http://schemas.microsoft.com/office/drawing/2014/main" id="{01A5345A-3FCA-554E-FDDE-FCE63716B3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6520" y="1965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1130</Words>
  <Application>Microsoft Office PowerPoint</Application>
  <PresentationFormat>On-screen Show (16:9)</PresentationFormat>
  <Paragraphs>279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PptxGenJS</dc:creator>
  <cp:lastModifiedBy>Vishal Mahla</cp:lastModifiedBy>
  <cp:revision>2</cp:revision>
  <dcterms:created xsi:type="dcterms:W3CDTF">2026-06-04T04:43:41Z</dcterms:created>
  <dcterms:modified xsi:type="dcterms:W3CDTF">2026-06-04T12:19:00Z</dcterms:modified>
</cp:coreProperties>
</file>